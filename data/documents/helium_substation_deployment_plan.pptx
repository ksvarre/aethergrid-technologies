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Helium: Edge Node Substation Deployment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Marcus Vance | Date: 2026-04-18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Phase 1 (June 1st): Ship initial batch of 15 Helium edge nodes to local smart substations.</a:t>
            </a:r>
          </a:p>
          <a:p>
            <a:r>
              <a:t>- Phase 2 (August 15th): Install rural antennas and cellular CBRS brackets on fiberglass poles.</a:t>
            </a:r>
          </a:p>
          <a:p>
            <a:r>
              <a:t>- Phase 3 (November 1st): Full remote Kubernetes integration via Rancher K3s control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Substation Physical Separations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Safety compliance rule: Antenna mounts must maintain a minimum physical distance of 5 meters from primary high-voltage transformers to ensure signal-to-noise ratio is protected from EMF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