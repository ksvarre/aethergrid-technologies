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GridPulse Product Roadmap: Q2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Author: Sarah Chen | Date: 2026-05-01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Releases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Project Quantum Integration: High-accuracy AI neural load forecasting goes live in the production SaaS console.</a:t>
            </a:r>
          </a:p>
          <a:p>
            <a:r>
              <a:t>- Multi-Grid Solar Battery balancing: Real-time community solar discharge handshake support.</a:t>
            </a:r>
          </a:p>
          <a:p>
            <a:r>
              <a:t>- Remote Substation Maintenance: Integrated maintenance mode inside the grid operator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Licensing and Commercial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Utility Tier: For small operators up to 50,000 smart-meters. Uses local forecasting, includes 2 edge nodes.</a:t>
            </a:r>
          </a:p>
          <a:p>
            <a:r>
              <a:t>- Municipal Tier: For mid-size operators up to 200,000 smart-meters. Full neural forecasting, up to 10 edge nodes.</a:t>
            </a:r>
          </a:p>
          <a:p>
            <a:r>
              <a:t>- Metropolitan Tier: Unlimited meters, multi-region failover, 15ms battery balancing SLA.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