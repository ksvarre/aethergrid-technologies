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Quantum: Predictive AI Model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Author: Dr. Elena Rostova | Date: 2026-05-12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Validation testing on regional smart-meter datasets achieved a stable MAE of 1.15 MW.</a:t>
            </a:r>
          </a:p>
          <a:p>
            <a:r>
              <a:t>- High-accuracy load predictions enable local utility managers to dynamically buy grid reserves ahead of time, saving up to 15% in daily power sourcing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Safeguards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Core model requires clean weather and wind speed sensor feeds.</a:t>
            </a:r>
          </a:p>
          <a:p>
            <a:r>
              <a:t>- If weather feeds drop, the system flags a data warning and interpolates missing fields to prevent feeding zero vectors to the neural 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