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Horizon: Decentralized Microgrids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Author: Amira Patel | Date: 2026-02-10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Power Negotiator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battery discharge negotiation allows local substations to exchange power spikes within 15 milliseconds.</a:t>
            </a:r>
          </a:p>
          <a:p>
            <a:r>
              <a:t>- Maximizes community solar usage and protects municipal grids from sudden load surges or cloud cover brownouts.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Battery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Lithium Titanate (LTO) battery cells are the default recommendation for municipal tier customers. LTO supports rapid, high-frequency charge-discharge cycles without degrading cell capacity, providing a 10-year service life compared to 2 years for standard LFP cells.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